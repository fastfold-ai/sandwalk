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1143000"/>
          </a:xfrm>
        </p:spPr>
        <p:txBody>
          <a:bodyPr/>
          <a:lstStyle/>
          <a:p>
            <a:r>
              <a:rPr lang="en-US" sz="2800" b="1"/>
              <a:t>Benign fold pipeline overview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8229600" cy="4114800"/>
          </a:xfrm>
        </p:spPr>
        <p:txBody>
          <a:bodyPr/>
          <a:lstStyle/>
          <a:p>
            <a:r>
              <a:rPr lang="en-US" dirty="0"/>
              <a:t>Input: short peptide / ubiquitin-class protein</a:t>
            </a:r>
          </a:p>
          <a:p>
            <a:r>
              <a:rPr lang="en-US" dirty="0"/>
              <a:t>Skill: fold -&gt; wait for job -&gt; download CIF/PDB</a:t>
            </a:r>
          </a:p>
          <a:p>
            <a:r>
              <a:rPr lang="en-US" dirty="0"/>
              <a:t>Viz: PyMOL + RayMol</a:t>
            </a:r>
          </a:p>
          <a:p>
            <a:r>
              <a:rPr lang="en-US" dirty="0"/>
              <a:t>Report: markdown summary + optional Slack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